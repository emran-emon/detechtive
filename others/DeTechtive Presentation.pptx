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Orbitron" pitchFamily="2" charset="0"/>
      <p:regular r:id="rId12"/>
      <p:bold r:id="rId13"/>
    </p:embeddedFont>
    <p:embeddedFont>
      <p:font typeface="Rajdhani" panose="02000000000000000000" pitchFamily="2" charset="77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064fd6dc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g3b064fd6dc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Emran-Emon/DeTechtive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028600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05276" y="2510730"/>
            <a:ext cx="11581447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D700"/>
                </a:solidFill>
                <a:latin typeface="Orbitron"/>
                <a:ea typeface="Orbitron"/>
                <a:cs typeface="Orbitron"/>
                <a:sym typeface="Orbitron"/>
              </a:rPr>
              <a:t>DETECHTIVE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3653730"/>
            <a:ext cx="11029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ADE80"/>
                </a:solidFill>
                <a:latin typeface="Rajdhani"/>
                <a:ea typeface="Rajdhani"/>
                <a:cs typeface="Rajdhani"/>
                <a:sym typeface="Rajdhani"/>
              </a:rPr>
              <a:t>The Batcomputer: Bayesian Network Mystery Solver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6400975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</a:t>
            </a: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8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8610475" y="6304825"/>
            <a:ext cx="293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</a:t>
            </a: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OOR </a:t>
            </a:r>
            <a:r>
              <a:rPr lang="en-US" sz="1150" b="0" i="0" u="none" strike="noStrike" cap="none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EMON | </a:t>
            </a: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SHAFKAT SHARIF BHUIYAN</a:t>
            </a:r>
            <a:r>
              <a:rPr lang="en-US" sz="1150" b="0" i="0" u="none" strike="noStrike" cap="none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 | </a:t>
            </a: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824037"/>
            <a:ext cx="5229225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THE DETECTIVE'S DILEMMA</a:t>
            </a:r>
            <a:endParaRPr/>
          </a:p>
        </p:txBody>
      </p:sp>
      <p:sp>
        <p:nvSpPr>
          <p:cNvPr id="98" name="Google Shape;98;p14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667750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581025" y="2567136"/>
            <a:ext cx="549068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INFORMATION OVERLOAD</a:t>
            </a:r>
            <a:endParaRPr/>
          </a:p>
        </p:txBody>
      </p:sp>
      <p:pic>
        <p:nvPicPr>
          <p:cNvPr id="102" name="Google Shape;102;p14" title="istockphoto-1277426194-612x612.jpg"/>
          <p:cNvPicPr preferRelativeResize="0"/>
          <p:nvPr/>
        </p:nvPicPr>
        <p:blipFill rotWithShape="1">
          <a:blip r:embed="rId6">
            <a:alphaModFix/>
          </a:blip>
          <a:srcRect t="12057" b="12064"/>
          <a:stretch/>
        </p:blipFill>
        <p:spPr>
          <a:xfrm>
            <a:off x="6391275" y="1833562"/>
            <a:ext cx="5210174" cy="426720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895350" y="3102441"/>
            <a:ext cx="66675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962025" y="3100536"/>
            <a:ext cx="4848225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Crime scenes in Gotham generate massive amounts of conflicting data.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95350" y="3976657"/>
            <a:ext cx="66675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•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962025" y="3974752"/>
            <a:ext cx="484822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Human intuition is prone to bias and error.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95350" y="4485203"/>
            <a:ext cx="66675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•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962025" y="4483298"/>
            <a:ext cx="4848225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Goal:</a:t>
            </a: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Create a system that calculates the </a:t>
            </a:r>
            <a:r>
              <a:rPr lang="en-US" sz="1800" b="0" i="1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mathematical probability</a:t>
            </a: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of guilt based on evidence.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747986"/>
            <a:ext cx="2543175" cy="443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09950" y="1747986"/>
            <a:ext cx="2543175" cy="443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747986"/>
            <a:ext cx="2543175" cy="443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067800" y="1747986"/>
            <a:ext cx="2543175" cy="4438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DUAL-STACK ARCHITECTURE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827484" y="2843361"/>
            <a:ext cx="2050256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THE GATEWAY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76300" y="3833961"/>
            <a:ext cx="1952625" cy="1462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React Frontend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Secure Login/Signup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Modern UX (Vite + Tailwind)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3656409" y="3033861"/>
            <a:ext cx="205025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66666"/>
                </a:solidFill>
                <a:latin typeface="Orbitron"/>
                <a:ea typeface="Orbitron"/>
                <a:cs typeface="Orbitron"/>
                <a:sym typeface="Orbitron"/>
              </a:rPr>
              <a:t>REDIRECTS TO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485334" y="2843361"/>
            <a:ext cx="2050256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THE SOLVER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6534150" y="3833961"/>
            <a:ext cx="1952625" cy="1828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Streamlit App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Interactive Evidence Log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Real-time Visualization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9314259" y="2843361"/>
            <a:ext cx="205025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THE BRAIN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9363075" y="3452961"/>
            <a:ext cx="1952625" cy="1462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Python Backend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Bayesian Logic (pgmpy)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Dynamic JSON Data</a:t>
            </a:r>
            <a:endParaRPr/>
          </a:p>
        </p:txBody>
      </p:sp>
      <p:pic>
        <p:nvPicPr>
          <p:cNvPr id="130" name="Google Shape;13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614487" y="2071836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71987" y="2071836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272337" y="2071836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101262" y="2071836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581025" y="581025"/>
            <a:ext cx="1158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THE PORTAL: FRONTEND INTERFACE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81025" y="1257300"/>
            <a:ext cx="11030100" cy="19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pic>
        <p:nvPicPr>
          <p:cNvPr id="144" name="Google Shape;144;p16" title="574609889_758988657184514_1960062144074492360_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291825"/>
            <a:ext cx="12192000" cy="461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THE LOGIC CORE: BAYESIAN NETWORKS</a:t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8677275" y="6429363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pic>
        <p:nvPicPr>
          <p:cNvPr id="155" name="Google Shape;15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90637" y="2482006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6381750" y="1352550"/>
            <a:ext cx="549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DYNAMIC GENERATION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6381750" y="1721850"/>
            <a:ext cx="52293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We don't hardcode rules. We load `gotham_mysteries.json`.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6381750" y="2481991"/>
            <a:ext cx="5229300" cy="8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Factory Pattern: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`create_mystery_model()` builds the network on the fly.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381788" y="3373259"/>
            <a:ext cx="5229300" cy="13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Inference: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Uses Variable Elimination to calculate posterior probability: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100" b="0" i="0" u="none" strike="noStrike" cap="none">
                <a:solidFill>
                  <a:srgbClr val="FFD700"/>
                </a:solidFill>
                <a:latin typeface="Rajdhani"/>
                <a:ea typeface="Rajdhani"/>
                <a:cs typeface="Rajdhani"/>
                <a:sym typeface="Rajdhani"/>
              </a:rPr>
              <a:t>P(Guilt | Evidence)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381750" y="4919457"/>
            <a:ext cx="5229300" cy="8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Scalable: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Adding a new case is as simple as editing a text file.</a:t>
            </a:r>
            <a:endParaRPr/>
          </a:p>
        </p:txBody>
      </p:sp>
      <p:pic>
        <p:nvPicPr>
          <p:cNvPr id="161" name="Google Shape;16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57925" y="2558916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57925" y="3484646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57925" y="5007120"/>
            <a:ext cx="1238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TECHNOLOGY STACK</a:t>
            </a: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704850" y="2328944"/>
            <a:ext cx="11030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Languages: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Python (Logic), TypeScript (Frontend)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704925" y="2898497"/>
            <a:ext cx="11030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Frameworks: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Streamlit (Solver UI), React + Vite (Auth UI)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704925" y="3472938"/>
            <a:ext cx="11030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Libraries: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pgmpy (Bayesian Math), Graphviz (Visualization), Pandas (Data)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705000" y="4024415"/>
            <a:ext cx="11030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Styling:</a:t>
            </a:r>
            <a:r>
              <a:rPr lang="en-US" sz="21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Tailwind CSS (Frontend), Custom CSS (Streamlit)</a:t>
            </a:r>
            <a:endParaRPr/>
          </a:p>
        </p:txBody>
      </p:sp>
      <p:pic>
        <p:nvPicPr>
          <p:cNvPr id="178" name="Google Shape;17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5253930"/>
            <a:ext cx="15811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52675" y="5253930"/>
            <a:ext cx="152400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239048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2988397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534488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132865"/>
            <a:ext cx="1238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PROJECT IMPACT</a:t>
            </a:r>
            <a:endParaRPr/>
          </a:p>
        </p:txBody>
      </p:sp>
      <p:sp>
        <p:nvSpPr>
          <p:cNvPr id="191" name="Google Shape;191;p19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581025" y="4439691"/>
            <a:ext cx="110299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Conclusion:</a:t>
            </a: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We successfully bridged modern web tech (React) with data science tools (Python) to create an engaging, scalable educational tool.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1425475" y="2534691"/>
            <a:ext cx="1609725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12+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1425475" y="3487191"/>
            <a:ext cx="160972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Playable Scenarios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4394100" y="2534700"/>
            <a:ext cx="34038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10</a:t>
            </a:r>
            <a:r>
              <a:rPr lang="en-US" sz="7500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0</a:t>
            </a:r>
            <a:r>
              <a:rPr lang="en-US" sz="7500" b="0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%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4724251" y="3487191"/>
            <a:ext cx="287655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Data Driven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9133400" y="2534691"/>
            <a:ext cx="1789275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 dirty="0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&lt;1s</a:t>
            </a:r>
            <a:endParaRPr dirty="0"/>
          </a:p>
        </p:txBody>
      </p:sp>
      <p:sp>
        <p:nvSpPr>
          <p:cNvPr id="200" name="Google Shape;200;p19"/>
          <p:cNvSpPr txBox="1"/>
          <p:nvPr/>
        </p:nvSpPr>
        <p:spPr>
          <a:xfrm>
            <a:off x="9289851" y="3487191"/>
            <a:ext cx="14763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Inference Time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13657"/>
            <a:ext cx="3486150" cy="3706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13657"/>
            <a:ext cx="3486150" cy="3706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13657"/>
            <a:ext cx="3486150" cy="3706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FUTURE WORK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581025" y="1257300"/>
            <a:ext cx="11029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803910" y="3209032"/>
            <a:ext cx="304038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MOBILE APP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876300" y="3818632"/>
            <a:ext cx="28956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Porting the React frontend to React Native for investigation on the go.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4575810" y="3209032"/>
            <a:ext cx="304038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LLM INTEGRATION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4648200" y="4199632"/>
            <a:ext cx="2895600" cy="11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Using </a:t>
            </a:r>
            <a:r>
              <a:rPr lang="en-US" sz="1800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further comic research</a:t>
            </a: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 to generate infinite random mysteries into the JSON file.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8347710" y="3209032"/>
            <a:ext cx="304038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MULTIPLAYER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8420100" y="3818632"/>
            <a:ext cx="28956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3A3A3"/>
                </a:solidFill>
                <a:latin typeface="Rajdhani"/>
                <a:ea typeface="Rajdhani"/>
                <a:cs typeface="Rajdhani"/>
                <a:sym typeface="Rajdhani"/>
              </a:rPr>
              <a:t>Competitions to see who can solve the mystery with the fewest clues.</a:t>
            </a:r>
            <a:endParaRPr/>
          </a:p>
        </p:txBody>
      </p:sp>
      <p:pic>
        <p:nvPicPr>
          <p:cNvPr id="220" name="Google Shape;220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143125" y="2437507"/>
            <a:ext cx="3619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95962" y="2437507"/>
            <a:ext cx="600075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567862" y="2437507"/>
            <a:ext cx="600075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429375"/>
            <a:ext cx="110299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1"/>
          <p:cNvSpPr txBox="1"/>
          <p:nvPr/>
        </p:nvSpPr>
        <p:spPr>
          <a:xfrm>
            <a:off x="305276" y="1953517"/>
            <a:ext cx="11581447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4ADE80"/>
                </a:solidFill>
                <a:latin typeface="Orbitron"/>
                <a:ea typeface="Orbitron"/>
                <a:cs typeface="Orbitron"/>
                <a:sym typeface="Orbitron"/>
              </a:rPr>
              <a:t>TO THE BATCAVE</a:t>
            </a:r>
            <a:endParaRPr/>
          </a:p>
        </p:txBody>
      </p:sp>
      <p:sp>
        <p:nvSpPr>
          <p:cNvPr id="230" name="Google Shape;230;p21"/>
          <p:cNvSpPr txBox="1"/>
          <p:nvPr/>
        </p:nvSpPr>
        <p:spPr>
          <a:xfrm>
            <a:off x="581025" y="3096517"/>
            <a:ext cx="11029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ADE80"/>
                </a:solidFill>
                <a:latin typeface="Rajdhani"/>
                <a:ea typeface="Rajdhani"/>
                <a:cs typeface="Rajdhani"/>
                <a:sym typeface="Rajdhani"/>
              </a:rPr>
              <a:t>Code Walkthrough &amp; Live Demo Video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581025" y="6534150"/>
            <a:ext cx="1905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GROUP #8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8677275" y="6429375"/>
            <a:ext cx="29337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rPr>
              <a:t>MD. MRAN NOOR EMON | SHAFKAT SHARIF BHUIYAN | NUDAR NAWAL HOSSAIN</a:t>
            </a:r>
            <a:endParaRPr sz="1150">
              <a:solidFill>
                <a:schemeClr val="lt1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666666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pic>
        <p:nvPicPr>
          <p:cNvPr id="233" name="Google Shape;233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9775" y="3713708"/>
            <a:ext cx="5524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 txBox="1"/>
          <p:nvPr/>
        </p:nvSpPr>
        <p:spPr>
          <a:xfrm>
            <a:off x="581025" y="4475709"/>
            <a:ext cx="11030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u="sng" dirty="0">
                <a:solidFill>
                  <a:schemeClr val="hlink"/>
                </a:solidFill>
                <a:latin typeface="Rajdhani"/>
                <a:ea typeface="Rajdhani"/>
                <a:cs typeface="Rajdhani"/>
                <a:sym typeface="Rajdhani"/>
                <a:hlinkClick r:id="rId6"/>
              </a:rPr>
              <a:t>https://github.com/Emran-Emon/DeTechtive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Macintosh PowerPoint</Application>
  <PresentationFormat>Widescreen</PresentationFormat>
  <Paragraphs>66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Orbitron</vt:lpstr>
      <vt:lpstr>Rajdhani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Emran Noor Emon</cp:lastModifiedBy>
  <cp:revision>1</cp:revision>
  <dcterms:modified xsi:type="dcterms:W3CDTF">2025-12-14T11:52:26Z</dcterms:modified>
</cp:coreProperties>
</file>